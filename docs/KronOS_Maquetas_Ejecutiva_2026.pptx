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8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24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CONTROL DE ASISTENCIA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inteligente de asistencia y recursos humanos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Módulos · Marzo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1148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8229600" y="256032"/>
            <a:ext cx="658368" cy="310896"/>
          </a:xfrm>
          <a:prstGeom prst="rect">
            <a:avLst/>
          </a:prstGeom>
          <a:solidFill>
            <a:srgbClr val="1E2A45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0" y="2560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Dashboard Principal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36776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11480" y="16367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18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Registros de Asistencia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03704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11480" y="220370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854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 y Analítica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770632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52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19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 de Sucursales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69848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54880" y="10698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051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Organigrama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36776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54880" y="16367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6184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Módulos de Administración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203704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754880" y="220370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85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Comunicados y Anuncios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770632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754880" y="277063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7523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KronOS vs RUNAHR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337560"/>
            <a:ext cx="347472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754880" y="33375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3192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Análisis de Costos AWS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1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personalizada de bienvenida por usuario y sucursal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Progreso del día con los 4 pasos de registro (Entrada → Salida final)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 lateral: Cumpleaños, Personal del día, Anuncios, Links frecuentes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 en tiempo real sobre registros pendientes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2_registr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Asistencia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Historial completo de entradas y salidas por sucursal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del día con filtros por corporativo, fecha y empleado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manual de asistencia para casos especiales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Exportación de datos para conciliación de nómina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3_repor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Analítica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tipos de reporte: Asistencia, Incidencias, Tiempo trabajado, Línea de tiempo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Filtros por rango de fechas, sucursal y empleado específico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Exportación a Excel para análisis externos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Cálculo preciso de horas trabajadas y tiempos de descanso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4_calendar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Laboral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mensual de asistencias y ausencias por empleado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Indicadores visuales por tipo de registro y estado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con horarios asignados y días festivos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Identificación rápida de patrones de ausentismo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6_map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Sucursales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Visualización geográfica de todas las sucursales activas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Información de contacto y datos operativos por ubicación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con GPS para verificación de ubicación en registro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consolidada de la red de sucursales de la organización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7_organigr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Estructura jerárquica visual de la organización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Relación entre jefes inmediatos y colaboradores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Navegación interactiva por niveles y departamentos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Exportable para reportes de recursos humanos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0_emplead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Empleados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Alta, baja y modificación de empleados con control de roles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de sucursal, grupo, horario y jefe inmediato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en tiempo real de correo único por colaborador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Paginación y búsqueda avanzada para grandes volúmenes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8_horari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Configuración de horarios personalizados por puesto o empleado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Definición de tolerancias de entrada/salida en minutos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Horarios especiales con días de descanso configurables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masiva a grupos de empleados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9_sucursal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Sucursales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y configuración de sucursales con datos de contacto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Parámetros de GPS para validación de ubicación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de horarios y grupos por sucursal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de estado activo/inactivo de cada sede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1_pues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y Áreas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puestos con horario y área organizacional asignados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Estructura de áreas departamentales configurable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Vinculación directa con empleados para reportes precisos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para filtrado y segmentación de comunicados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3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Empresa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corporativos y de contacto centralizados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Logo e identidad visual de la organización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Parámetros globales del sistema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Gestión de múltiples corporativos desde una sola instancia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4_anunci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y Anuncios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 visual con soporte de imágenes y botones de acción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Segmentación por grupos, áreas o personas específicas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Programación de publicación y fecha de vencimiento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 lateral visible en tiempo real para todos los colaboradores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r>
              <a:rPr lang="en-US" sz="3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r>
              <a:rPr lang="en-US" sz="3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RUNAHR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beneficios para la operación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KronOS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RUNAHR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de empleados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Autogestión inmediata (&lt;5 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soporte externo (≈3 hrs)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 SLA en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Afectada por actualizaciones sin aviso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biométrico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foto, 4 registros diarios máx.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Ilimitado, genera registros erróneos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al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 en 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comunicación de cambios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de incidencias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 ayuda interna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externos, 97 reportados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Conciliación de nómina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precisos y exportables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no confiables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soporte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hr/ticket × 97 tickets = 97 hrs perdidas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admin, admin, empleado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 en AWS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mensual para 300 usuarios · Región us-east-1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Infraestructura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46888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t3.medium (backend)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db.t3.micro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(almacenamiento fotos)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2560320" cy="347472"/>
          </a:xfrm>
          <a:prstGeom prst="rect">
            <a:avLst/>
          </a:prstGeom>
          <a:solidFill>
            <a:srgbClr val="0B0F1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~$58/mes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3832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Servicios Adicionales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572768"/>
            <a:ext cx="246888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38328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(DNS)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(email notificaciones)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$3/mes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(monitoreo)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(seguridad)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639312"/>
            <a:ext cx="2560320" cy="347472"/>
          </a:xfrm>
          <a:prstGeom prst="rect">
            <a:avLst/>
          </a:prstGeom>
          <a:solidFill>
            <a:srgbClr val="0B0F1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33756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~$19/mes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743200" cy="3108960"/>
          </a:xfrm>
          <a:prstGeom prst="rect">
            <a:avLst/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26364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Inversión vs RUNAHR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1572768"/>
            <a:ext cx="2468880" cy="0"/>
          </a:xfrm>
          <a:prstGeom prst="line">
            <a:avLst/>
          </a:prstGeom>
          <a:noFill/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26364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en AWS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$77/mes ($924/año)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RUNAHR (licencia aprox)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$54,000/año (300 users)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perdido RUNAHR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tickets = 97 hrs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6364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$53,076 / año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solidFill>
            <a:srgbClr val="0B0F1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positivo desde el mes 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solidFill>
            <a:srgbClr val="1E2A45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365760" y="4315968"/>
            <a:ext cx="8269468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del 98.3% vs RUNAHR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plataforma. Tu control. Tu tiempo.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645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 ·  jose.estrada@previta.com.mx  ·  Previta Medical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90956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00100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1148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1148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d305a54-e534-44b8-89b6-47b6ad9af26a}" enabled="1" method="Privileged" siteId="{6e6b996f-b0c6-433e-81f0-3873ef06b33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866</Words>
  <Application>Microsoft Office PowerPoint</Application>
  <PresentationFormat>Presentación en pantalla (16:9)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Previta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Plataforma de Control de Asistencia</dc:title>
  <dc:subject>Presentación de Módulos KronOS 2026</dc:subject>
  <dc:creator>KronOS · Previta Medical</dc:creator>
  <cp:lastModifiedBy>Jose Ramon Estrada Rendon</cp:lastModifiedBy>
  <cp:revision>2</cp:revision>
  <dcterms:created xsi:type="dcterms:W3CDTF">2026-03-20T23:52:45Z</dcterms:created>
  <dcterms:modified xsi:type="dcterms:W3CDTF">2026-03-23T23:04:34Z</dcterms:modified>
</cp:coreProperties>
</file>